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鈴鹿高専の、Overlaiです。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家の薬箱に何が入っているか、全部言えますか？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では、ドラッグストアの棚の前で、思い出せますか？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井上は、風邪薬を買って帰ったら、似た薬がもう家にありました。濱田と杉本は、ステロイドを塗った肌に化粧水を使っていいのか、棚の前で迷いました。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商品を調べれば分かるでしょうか。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胃腸薬の百草丸を撮ると、青。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家に百草丸を足して、同じ商品をもう一度撮ると、黄色。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答えは、商品ではなく家にあります。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医薬品の隣にあるので、AIの答えはそのまま出しません。根拠をたどれない理由は消し、赤のときは必ず相談先を案内します。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買う前に、塗る前に、飲む前に。重ねる前に、重ねて見る。Overlaiでした。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3317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11496" y="2362199"/>
            <a:ext cx="5486400" cy="1813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0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Overlai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ユメカタリ 学生生成AIコンテスト 2026｜開発部門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834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鈴鹿工業高等専門学校　井上 高志・濱田 圭太郎・杉本 隼都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34590"/>
            <a:ext cx="6583680" cy="2080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家の薬箱の中身、</a:t>
            </a:r>
          </a:p>
          <a:p>
            <a:pPr algn="l">
              <a:lnSpc>
                <a:spcPct val="100000"/>
              </a:lnSpc>
            </a:pPr>
            <a:r>
              <a:rPr sz="54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全部言えますか？</a:t>
            </a:r>
          </a:p>
        </p:txBody>
      </p:sp>
      <p:pic>
        <p:nvPicPr>
          <p:cNvPr id="3" name="Picture 2" descr="me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659636"/>
            <a:ext cx="393192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34590"/>
            <a:ext cx="6583680" cy="2080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ドラッグストアの</a:t>
            </a:r>
          </a:p>
          <a:p>
            <a:pPr algn="l">
              <a:lnSpc>
                <a:spcPct val="100000"/>
              </a:lnSpc>
            </a:pPr>
            <a:r>
              <a:rPr sz="54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棚の前でも？</a:t>
            </a:r>
          </a:p>
        </p:txBody>
      </p:sp>
      <p:pic>
        <p:nvPicPr>
          <p:cNvPr id="3" name="Picture 2" descr="sh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72551"/>
            <a:ext cx="3931920" cy="291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10545775" cy="680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僕らの場合</a:t>
            </a:r>
          </a:p>
        </p:txBody>
      </p:sp>
      <p:pic>
        <p:nvPicPr>
          <p:cNvPr id="3" name="Picture 2" descr="peopl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783080"/>
            <a:ext cx="15875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297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2410C"/>
                </a:solidFill>
                <a:latin typeface="Noto Sans JP"/>
                <a:ea typeface="Noto Sans JP"/>
                <a:cs typeface="Noto Sans JP"/>
              </a:rPr>
              <a:t>井上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風邪薬を買って帰ったら</a:t>
            </a:r>
          </a:p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似た薬がもう家にあった</a:t>
            </a:r>
          </a:p>
        </p:txBody>
      </p:sp>
      <p:pic>
        <p:nvPicPr>
          <p:cNvPr id="6" name="Picture 5" descr="peop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83080"/>
            <a:ext cx="3386666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濱田・杉本（ステロイドの塗り薬を使っている）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7091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薬を塗った肌に</a:t>
            </a:r>
          </a:p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この化粧水、使っていい？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68625"/>
            <a:ext cx="12191695" cy="1012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商品を調べれば分かる？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10545775" cy="828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御岳百草丸を撮ると…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店で撮った商品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00400"/>
            <a:ext cx="2743200" cy="2103120"/>
          </a:xfrm>
          <a:prstGeom prst="roundRect">
            <a:avLst>
              <a:gd name="adj" fmla="val 9565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御岳百草丸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CBD5E1"/>
                </a:solidFill>
                <a:latin typeface="Noto Sans JP"/>
                <a:ea typeface="Noto Sans JP"/>
                <a:cs typeface="Noto Sans JP"/>
              </a:rPr>
              <a:t>胃腸薬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840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4320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家の薬箱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200400"/>
            <a:ext cx="4343400" cy="2103120"/>
          </a:xfrm>
          <a:prstGeom prst="roundRect">
            <a:avLst>
              <a:gd name="adj" fmla="val 956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33558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イブA錠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8130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しっとり化粧水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42702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ヒルドイドローション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7274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ナイアシンアミド美容液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840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判定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200400"/>
            <a:ext cx="2194560" cy="2103120"/>
          </a:xfrm>
          <a:prstGeom prst="roundRect">
            <a:avLst>
              <a:gd name="adj" fmla="val 9565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703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買っても</a:t>
            </a: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問題なさそうです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10545775" cy="828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同じ商品なのに答えが変わった！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店で撮った商品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00400"/>
            <a:ext cx="2743200" cy="2103120"/>
          </a:xfrm>
          <a:prstGeom prst="roundRect">
            <a:avLst>
              <a:gd name="adj" fmla="val 9565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御岳百草丸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CBD5E1"/>
                </a:solidFill>
                <a:latin typeface="Noto Sans JP"/>
                <a:ea typeface="Noto Sans JP"/>
                <a:cs typeface="Noto Sans JP"/>
              </a:rPr>
              <a:t>胃腸薬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840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4320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家の薬箱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200400"/>
            <a:ext cx="4343400" cy="2971800"/>
          </a:xfrm>
          <a:prstGeom prst="roundRect">
            <a:avLst>
              <a:gd name="adj" fmla="val 6769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33558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イブA錠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8130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しっとり化粧水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42702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ヒルドイドローション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7274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ナイアシンアミド美容液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285231"/>
            <a:ext cx="3977639" cy="685800"/>
          </a:xfrm>
          <a:prstGeom prst="roundRect">
            <a:avLst>
              <a:gd name="adj" fmla="val 21333"/>
            </a:avLst>
          </a:prstGeom>
          <a:solidFill>
            <a:srgbClr val="FFF7E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540410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2410C"/>
                </a:solidFill>
                <a:latin typeface="Noto Sans JP"/>
                <a:ea typeface="Noto Sans JP"/>
                <a:cs typeface="Noto Sans JP"/>
              </a:rPr>
              <a:t>＋ 御岳百草丸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840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743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判定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200400"/>
            <a:ext cx="2194560" cy="2103120"/>
          </a:xfrm>
          <a:prstGeom prst="roundRect">
            <a:avLst>
              <a:gd name="adj" fmla="val 9565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703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買わなくて</a:t>
            </a: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大丈夫です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60930"/>
            <a:ext cx="12191695" cy="222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答えは、商品ではなく</a:t>
            </a:r>
          </a:p>
          <a:p>
            <a:pPr algn="ctr">
              <a:lnSpc>
                <a:spcPct val="100000"/>
              </a:lnSpc>
            </a:pPr>
            <a:r>
              <a:rPr sz="58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家にある。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10545775" cy="828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AIの答えは、そのまま出しません。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606040"/>
            <a:ext cx="914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514600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成分をたどれない理由は消す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49039"/>
            <a:ext cx="914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出典を付けるのはAIではなくサーバー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914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800600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赤の判定には必ず相談先を添える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002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重ねる前に、重ねて見る。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2461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58968" y="3261360"/>
            <a:ext cx="2743200" cy="929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Overlai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鈴鹿工業高等専門学校　井上 高志・濱田 圭太郎・杉本 隼都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14432" y="45262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" name="Picture 6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457200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48672" y="58978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ブースで試せます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