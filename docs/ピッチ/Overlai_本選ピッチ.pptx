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ステロイドの塗り薬を使う濱田と杉本は、ある日、化粧水を手に取って、手が止まりました。使っていいのか。どっちが先か。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井上は、風邪薬を買って帰ると、似た薬がもう家にありました。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どの迷いも、家にある薬と見比べれば答えが出ます。でも、店の棚の前では、それができません。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そこで作ったOverlaiは、店頭で撮るだけで、生成AIが家にあるものと重ねて判定します。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使っていいかがその場で分かり、塗る順番まで教えてくれます。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名前が違っても、成分で重なりに気づけます。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買い重ねる前に。塗り重ねる前に。飲み合わせる前に。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0584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430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21992" y="217170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6" y="4343400"/>
            <a:ext cx="372533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風邪薬を買って家に帰ると、似たような薬がもう家にあった。</a:t>
            </a:r>
          </a:p>
        </p:txBody>
      </p:sp>
      <p:pic>
        <p:nvPicPr>
          <p:cNvPr id="5" name="Picture 4" descr="cloud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5230" y="4343400"/>
            <a:ext cx="174625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「使っていい？」「どっちが先？」「もう家にある？」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どの迷いも、家にある薬と見比べれば答えが出る。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926080"/>
            <a:ext cx="82296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でも、店の棚の前では、</a:t>
            </a:r>
          </a:p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家の薬と見比べられない。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257300" cy="12573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05406" y="661035"/>
            <a:ext cx="3771900" cy="1261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57800" y="1325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家にあるものと重ねて判定する。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398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7033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家にあるものを登録する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1605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薬も化粧品も、撮れば成分まで入る。これが判定の基準になる。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6285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5262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店頭で、成分表示を撮る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9834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気になった商品を撮るだけ。書式がばらばらでも読み取る。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19320" y="459028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38581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3492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家の在庫と重ねて判定する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58064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重複も、薬との組み合わせも考えて、買うべきかを3色と理由で伝える。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98720" y="541324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20624"/>
            <a:ext cx="2784282" cy="5833872"/>
          </a:xfrm>
          <a:prstGeom prst="roundRect">
            <a:avLst>
              <a:gd name="adj" fmla="val 722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stock-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502920"/>
            <a:ext cx="2619690" cy="5669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50224" y="6336792"/>
            <a:ext cx="27797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在庫画面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 への答え｜組み合わせ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303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「使っていい？」が、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その場でわかる。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家の塗り薬と合わない化粧品は、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理由つきで教えてくれる。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例）エタノール → 薬を塗った肌の刺激になる可能性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5303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今ある薬と化粧品の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使い方が、ひと目でわかる。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化粧水から処方の軟膏まで、塗る順番を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家にあるもので並べて見せる。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603504"/>
            <a:ext cx="2698745" cy="5193792"/>
          </a:xfrm>
          <a:prstGeom prst="roundRect">
            <a:avLst>
              <a:gd name="adj" fmla="val 7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685800"/>
            <a:ext cx="2534153" cy="5029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90304" y="603504"/>
            <a:ext cx="2596064" cy="5193792"/>
          </a:xfrm>
          <a:prstGeom prst="roundRect">
            <a:avLst>
              <a:gd name="adj" fmla="val 77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routine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685800"/>
            <a:ext cx="2431472" cy="5029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2784" y="5943600"/>
            <a:ext cx="5614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実際の判定画面（市販の薬用化粧水）・ルーティン画面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 への答え｜重複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中身が同じなら気づける。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7132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店の解熱鎮痛薬と、家の「イブA錠」。商品名は違っても、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どちらもイブプロフェン。成分で見比べるから気づける。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家にある薬で足りるなら、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買わずに済む。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重なっている家の薬を、その場で並べて見せる。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無駄な買い物にも、同じ成分の重ね飲みにも気づける。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67344" y="420624"/>
            <a:ext cx="2975694" cy="5833872"/>
          </a:xfrm>
          <a:prstGeom prst="roundRect">
            <a:avLst>
              <a:gd name="adj" fmla="val 676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502920"/>
            <a:ext cx="2811102" cy="5669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7344" y="63367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実際の判定画面（市販の解熱鎮痛薬）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飲み合わせる前に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薬も化粧品も、家にあるものを基準に考える。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買うときも、使うときも、家にあるものから。</a:t>
            </a:r>
          </a:p>
        </p:txBody>
      </p:sp>
      <p:pic>
        <p:nvPicPr>
          <p:cNvPr id="3" name="Picture 2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57800" y="2128519"/>
            <a:ext cx="4572000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57200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61772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31552" y="59436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