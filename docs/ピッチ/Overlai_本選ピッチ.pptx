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病院で処方された薬を使う濱田と杉本は、化粧水を買うとき、使っていいのか、どっちが先か迷いました。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登録した薬と体質から、毎日の使う順番と使い方も案内します。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2702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