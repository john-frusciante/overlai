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濱田と杉本は、ステロイドの塗り薬を使っています。化粧水を手に取ったとき、使っていいのか、どっちが先か、迷いました。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どちらも、店では家の薬と見比べられません。そこで作ったのがOverlaiです。店で成分表示を撮るだけで、買うべきかの目安がわかります。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14400"/>
            <a:ext cx="54864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そこで作ったのが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84832" y="1485900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86200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Round Diagonal Corner Rectangle 8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6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7744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9864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5740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02082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自分の体質も登録できる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249631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肌質や年代、悩みを登録すると、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使い方の助言がパーソナライズされる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3192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53127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61187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59" y="3575303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050791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48640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00760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516635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5129783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560527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