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病院で処方された薬を使う濱田と杉本は、化粧水を前に、使っていいのか、どっちが先か迷いました。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登録した薬と体質から、毎日の使う順番と使い方も案内します。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702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2852928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3300984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246120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21024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42231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順番は剤形で決め、助言はAIが書く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264408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94176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27448"/>
            <a:ext cx="45720" cy="1778508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72584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47488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568696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90872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5120640"/>
            <a:ext cx="455645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朝・昼・夜ごとに付けて、7日分を見返せる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653278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6083046"/>
            <a:ext cx="455645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その順番の理由と、使うときのコツがわかる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