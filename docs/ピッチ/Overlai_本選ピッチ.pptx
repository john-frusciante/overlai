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鈴鹿高専の、Overlaiです。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ステロイドの塗り薬を使う濱田と杉本は、ある日、化粧水を手に取って、手が止まりました。使っていいのか。どっちが先か。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井上は、風邪薬を買って帰ると、似た薬がもう家にありました。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どの迷いも、家にある薬と見比べれば答えが出ます。でも、店の棚の前では、それができません。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そこで作ったOverlaiは、店頭で撮るだけで、生成AIが家にあるものと重ねて判定します。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使っていいかがその場で分かり、塗る順番まで教えてくれます。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名前が違っても、成分で重なりに気づけます。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買い重ねる前に。塗り重ねる前に。飲み合わせる前に。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Overlai。重ねる前に、重ねて見る。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jp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fa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005840"/>
            <a:ext cx="4937760" cy="4937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1430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ユメカタリ 学生生成AIコンテスト 2026｜開発部門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148840"/>
            <a:ext cx="1371600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21992" y="2171700"/>
            <a:ext cx="4114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 高志・濱田 圭太郎・杉本 隼都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エピソード 1｜組み合わせの迷い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濱田・杉本｜肌が弱く、ステロイドの塗り薬を使っている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ある日、ドラッグストアで化粧水を手に取って、手が止まった。</a:t>
            </a:r>
          </a:p>
        </p:txBody>
      </p:sp>
      <p:pic>
        <p:nvPicPr>
          <p:cNvPr id="5" name="Picture 4" descr="cloud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77440"/>
            <a:ext cx="7589520" cy="4032854"/>
          </a:xfrm>
          <a:prstGeom prst="rect">
            <a:avLst/>
          </a:prstGeom>
        </p:spPr>
      </p:pic>
      <p:pic>
        <p:nvPicPr>
          <p:cNvPr id="6" name="Picture 5" descr="peopl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6146" y="4343400"/>
            <a:ext cx="3725333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6022" y="3662627"/>
            <a:ext cx="6583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薬を塗った肌に、使っていい？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6022" y="4449011"/>
            <a:ext cx="6583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薬と化粧品、どっちが先？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C2410C"/>
                </a:solidFill>
                <a:latin typeface="Noto Sans JP"/>
                <a:ea typeface="Noto Sans JP"/>
                <a:cs typeface="Noto Sans JP"/>
              </a:rPr>
              <a:t>エピソード 2｜重複の迷い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井上｜店頭に立つと、家にある薬を思い出せない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風邪薬を買って家に帰ると、似たような薬がもう家にあった。</a:t>
            </a:r>
          </a:p>
        </p:txBody>
      </p:sp>
      <p:pic>
        <p:nvPicPr>
          <p:cNvPr id="5" name="Picture 4" descr="cloud-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77440"/>
            <a:ext cx="7589520" cy="4032854"/>
          </a:xfrm>
          <a:prstGeom prst="rect">
            <a:avLst/>
          </a:prstGeom>
        </p:spPr>
      </p:pic>
      <p:pic>
        <p:nvPicPr>
          <p:cNvPr id="6" name="Picture 5" descr="peopl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5230" y="4343400"/>
            <a:ext cx="1746250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6022" y="3662627"/>
            <a:ext cx="6583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家に、同じような薬あったっけ？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6022" y="4449011"/>
            <a:ext cx="6583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名前は違うけど、中身は同じ？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1887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「使っていい？」「どっちが先？」「もう家にある？」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CBD5E1"/>
                </a:solidFill>
                <a:latin typeface="Noto Sans JP"/>
                <a:ea typeface="Noto Sans JP"/>
                <a:cs typeface="Noto Sans JP"/>
              </a:rPr>
              <a:t>どの迷いも、家にある薬と見比べれば答えが出る。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926080"/>
            <a:ext cx="822960" cy="5486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107899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でも、店の棚の前では、</a:t>
            </a:r>
          </a:p>
          <a:p>
            <a:pPr algn="l">
              <a:lnSpc>
                <a:spcPct val="100000"/>
              </a:lnSpc>
            </a:pPr>
            <a:r>
              <a:rPr sz="50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家の薬と見比べられない。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40080"/>
            <a:ext cx="1257300" cy="12573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05406" y="661035"/>
            <a:ext cx="3771900" cy="1261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57800" y="1325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74980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店頭で撮るだけで、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家にあるものと重ねて判定する。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7398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370332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家にあるものを登録する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416052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薬も化粧品も、撮れば成分まで入る。これが判定の基準になる。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56285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52628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店頭で、成分表示を撮る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498348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気になった商品を撮るだけ。書式がばらばらでも読み取る。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19320" y="4590288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生成AI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38581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534924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家の在庫と重ねて判定する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580644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重なっていないか、一緒に使えるかを、3色と理由で示す。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98720" y="5413248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生成AI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50224" y="420624"/>
            <a:ext cx="2784282" cy="5833872"/>
          </a:xfrm>
          <a:prstGeom prst="roundRect">
            <a:avLst>
              <a:gd name="adj" fmla="val 7225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8" name="Picture 17" descr="stock-t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502920"/>
            <a:ext cx="2619690" cy="56692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650224" y="6336792"/>
            <a:ext cx="27797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在庫画面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686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エピソード 1 への答え｜組み合わせ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5303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「使っていい？」が、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その場でわかる。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家の塗り薬と合わない化粧品は、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理由つきで教えてくれる。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例）エタノール → 薬を塗った肌の刺激になる可能性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886200"/>
            <a:ext cx="548640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5303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今ある薬と化粧品の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使い方が、ひと目でわかる。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5303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化粧水から処方の軟膏まで、塗る順番を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家にあるもので並べて見せる。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603504"/>
            <a:ext cx="2698745" cy="5193792"/>
          </a:xfrm>
          <a:prstGeom prst="roundRect">
            <a:avLst>
              <a:gd name="adj" fmla="val 7454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9" name="Picture 8" descr="red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685800"/>
            <a:ext cx="2534153" cy="50292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290304" y="603504"/>
            <a:ext cx="2596064" cy="5193792"/>
          </a:xfrm>
          <a:prstGeom prst="roundRect">
            <a:avLst>
              <a:gd name="adj" fmla="val 774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1" name="Picture 10" descr="routine-c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685800"/>
            <a:ext cx="2431472" cy="5029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72784" y="5943600"/>
            <a:ext cx="56144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実際の判定画面（市販の薬用化粧水）・ルーティン画面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686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C2410C"/>
                </a:solidFill>
                <a:latin typeface="Noto Sans JP"/>
                <a:ea typeface="Noto Sans JP"/>
                <a:cs typeface="Noto Sans JP"/>
              </a:rPr>
              <a:t>エピソード 2 への答え｜重複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7132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名前が違っても、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中身が同じなら気づける。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7132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店の解熱鎮痛薬と、家の「イブA錠」。商品名は違っても、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どちらもイブプロフェン。成分で見比べるから気づける。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886200"/>
            <a:ext cx="548640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7132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家にある薬で足りるなら、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買わずに済む。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132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重なっている家の薬を、その場で並べて見せる。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無駄な買い物にも、同じ成分の重ね飲みにも気づける。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67344" y="420624"/>
            <a:ext cx="2975694" cy="5833872"/>
          </a:xfrm>
          <a:prstGeom prst="roundRect">
            <a:avLst>
              <a:gd name="adj" fmla="val 676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9" name="Picture 8" descr="yellow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502920"/>
            <a:ext cx="2811102" cy="5669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67344" y="6336792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実際の判定画面（市販の解熱鎮痛薬）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86868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Overlai が目指すこと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31089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買い重ねる前に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79476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もう家にある？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名前違いの同じ薬は？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7548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重複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64024" y="31089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塗り重ねる前に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4" y="379476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一緒に使っていい？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どれを先に塗る？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4" y="47548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組み合わせ・塗る順番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31089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飲み合わせる前に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8" y="379476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今飲んでいる薬と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一緒で大丈夫？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8" y="47548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飲み合わせ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571500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薬も化粧品も、家にあるものを基準に考える。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CBD5E1"/>
                </a:solidFill>
                <a:latin typeface="Noto Sans JP"/>
                <a:ea typeface="Noto Sans JP"/>
                <a:cs typeface="Noto Sans JP"/>
              </a:rPr>
              <a:t>買うときも、使うときも、家にあるものから。</a:t>
            </a:r>
          </a:p>
        </p:txBody>
      </p:sp>
      <p:pic>
        <p:nvPicPr>
          <p:cNvPr id="3" name="Picture 2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2103120"/>
            <a:ext cx="1524000" cy="152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257800" y="2128519"/>
            <a:ext cx="4572000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69080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5332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CBD5E1"/>
                </a:solidFill>
                <a:latin typeface="Noto Sans JP"/>
                <a:ea typeface="Noto Sans JP"/>
                <a:cs typeface="Noto Sans JP"/>
              </a:rPr>
              <a:t>鈴鹿工業高等専門学校　井上 高志・濱田 圭太郎・杉本 隼都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14432" y="4572000"/>
            <a:ext cx="12801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4617720"/>
            <a:ext cx="1188720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131552" y="59436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Noto Sans JP"/>
                <a:ea typeface="Noto Sans JP"/>
                <a:cs typeface="Noto Sans JP"/>
              </a:rPr>
              <a:t>実機を試す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