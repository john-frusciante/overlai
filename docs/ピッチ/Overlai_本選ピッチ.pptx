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病院で処方された薬を使う濱田と杉本は、化粧水を前に、使っていいのか、どっちが先か迷いました。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そこで作ったのがOverlaiです。店で成分表示を撮るだけで、買うべきかの目安がわかります。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登録した薬と体質から、毎日の使う順番と使い方も案内します。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8696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029967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8196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19456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71576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874519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183794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自分の体質も登録できる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6771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肌質や年代、悩みを登録すると、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使い方の助言がパーソナライズされる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558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741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49039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2702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34290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33924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8221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9103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92861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3035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8247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9834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49469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3766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8696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029967"/>
            <a:ext cx="22860" cy="2852928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8196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19456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71576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874519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49440" y="1874519"/>
            <a:ext cx="10134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飲み薬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0915" y="1874519"/>
            <a:ext cx="10134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2392" y="1874519"/>
            <a:ext cx="10134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化粧品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2350008"/>
            <a:ext cx="7975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肌質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016" y="2350008"/>
            <a:ext cx="7975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頭皮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00592" y="2350008"/>
            <a:ext cx="7975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年代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26168" y="2350008"/>
            <a:ext cx="7975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性別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51744" y="2350008"/>
            <a:ext cx="7975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悩み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22783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246120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21024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142231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順番は剤形で決め、助言はAIが書く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3300984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0" y="3264408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694176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672584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5047488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568696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4727448"/>
            <a:ext cx="45720" cy="1778508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690872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5120640"/>
            <a:ext cx="4556455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朝・昼・夜ごとに付けて、7日分を見返せる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5653278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083046"/>
            <a:ext cx="4556455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その順番の理由と、使うときのコツがわかる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