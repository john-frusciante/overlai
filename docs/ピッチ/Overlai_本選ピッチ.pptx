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井上は、風邪薬を買って帰ったら、似た薬がもう家にありました。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濱田と杉本は、病院で処方された薬を使っています。化粧水を手に取ったとき、使っていいのか、どっちが先か、迷いました。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どちらも、店では家の薬と見比べられません。そこで作ったのがOverlaiです。店で成分表示を撮るだけで、買うべきかの目安がわかります。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名前が違っても、同じ働きの薬に気づけます。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使っている薬との相性も、買う前にわかります。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塗る順番まで案内します。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家で一度登録すれば、店では撮るだけ。理由には出典を添えます。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買い重ねる前に。塗り重ねる前に。一緒に飲む前に。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Overlai。重ねる前に、重ねて見る。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96012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82296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1524000" cy="152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40280" y="2265680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31920"/>
            <a:ext cx="73152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5216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1｜重複の迷い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井上｜店頭に立つと、家にある薬を思い出せない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風邪薬を買って帰ると、似たような薬がもう家にあった。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1251" y="4343400"/>
            <a:ext cx="209896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2｜組み合わせの迷い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濱田・杉本｜肌が弱く、病院で処方された薬を使っている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ある日、ドラッグストアで化粧水を手に取って、手が止まった。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4797" y="4343400"/>
            <a:ext cx="3865418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84832" y="1440179"/>
            <a:ext cx="323088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71800"/>
            <a:ext cx="54864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749039"/>
            <a:ext cx="6949440" cy="1657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店で成分表示を撮るだけで、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家の薬・化粧品と比べて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「買うべきか」の目安がわかる。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8295" y="160020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E4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45575" y="269748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BCC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 Diagonal Corner Rectangle 7"/>
          <p:cNvSpPr/>
          <p:nvPr/>
        </p:nvSpPr>
        <p:spPr>
          <a:xfrm>
            <a:off x="8945575" y="2697480"/>
            <a:ext cx="1463040" cy="1463040"/>
          </a:xfrm>
          <a:prstGeom prst="round2DiagRect">
            <a:avLst>
              <a:gd name="adj1" fmla="val 29250"/>
              <a:gd name="adj2" fmla="val 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45575" y="3107131"/>
            <a:ext cx="146304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重ねて判定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3354" y="1845259"/>
            <a:ext cx="256032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店で撮った商品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66276" y="4349800"/>
            <a:ext cx="219456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撮って登録した</a:t>
            </a:r>
          </a:p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家の薬・化粧品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53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039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325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「名前は違うけど、中身は同じ？」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名前が違っても、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同じ働きの薬に気づける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風邪薬と頭痛薬のように、別の薬でも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成分がかぶっていれば知らせる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47116" y="466344"/>
            <a:ext cx="3021034" cy="5925312"/>
          </a:xfrm>
          <a:prstGeom prst="roundRect">
            <a:avLst>
              <a:gd name="adj" fmla="val 66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412" y="548640"/>
            <a:ext cx="2856442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72234" y="3503889"/>
            <a:ext cx="828368" cy="247710"/>
          </a:xfrm>
          <a:prstGeom prst="roundRect">
            <a:avLst>
              <a:gd name="adj" fmla="val 22148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44802" y="3174705"/>
            <a:ext cx="14020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重複する成分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29388" y="4408322"/>
            <a:ext cx="2656491" cy="702807"/>
          </a:xfrm>
          <a:prstGeom prst="roundRect">
            <a:avLst>
              <a:gd name="adj" fmla="val 7806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01956" y="4079138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「薬を塗った肌に、使っていい？」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使っている薬との相性が、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買う前にわかる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飲み薬だけでなく、塗り薬や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化粧品との組み合わせも確かめられる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00801" y="466344"/>
            <a:ext cx="3067349" cy="5925312"/>
          </a:xfrm>
          <a:prstGeom prst="roundRect">
            <a:avLst>
              <a:gd name="adj" fmla="val 65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ed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7" y="548640"/>
            <a:ext cx="2902757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84693" y="3452042"/>
            <a:ext cx="1219158" cy="253471"/>
          </a:xfrm>
          <a:prstGeom prst="roundRect">
            <a:avLst>
              <a:gd name="adj" fmla="val 21645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357261" y="3122858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店の商品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4693" y="5134173"/>
            <a:ext cx="2699564" cy="541507"/>
          </a:xfrm>
          <a:prstGeom prst="roundRect">
            <a:avLst>
              <a:gd name="adj" fmla="val 10131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57261" y="4804989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「薬と化粧品、どっちが先？」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薬や化粧品を使う順番や、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詳しい使い方がわかる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処方薬と化粧品を一緒に使う日も、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どれから、どう塗ればいいか迷わない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18417" y="466344"/>
            <a:ext cx="2949733" cy="5925312"/>
          </a:xfrm>
          <a:prstGeom prst="roundRect">
            <a:avLst>
              <a:gd name="adj" fmla="val 6819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outine-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0713" y="548640"/>
            <a:ext cx="2785141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50846" y="1101669"/>
            <a:ext cx="362068" cy="4228368"/>
          </a:xfrm>
          <a:prstGeom prst="roundRect">
            <a:avLst>
              <a:gd name="adj" fmla="val 15152"/>
            </a:avLst>
          </a:prstGeom>
          <a:noFill/>
          <a:ln w="285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23414" y="772485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塗る順番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家で一度登録すれば、店では撮るだけ。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212848"/>
            <a:ext cx="22860" cy="310896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842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0025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377440"/>
            <a:ext cx="489204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薬・化粧品を撮って登録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898648"/>
            <a:ext cx="489204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AIが成分表示を読み取る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057400"/>
            <a:ext cx="45720" cy="109728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59" y="2020824"/>
            <a:ext cx="473933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自分の体質も登録できる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9" y="2496312"/>
            <a:ext cx="473933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肌質や年代、悩みを登録すると、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使い方の助言がパーソナライズされる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5387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57015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931920"/>
            <a:ext cx="489204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気になる商品を撮る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453127"/>
            <a:ext cx="489204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AIが家のものと照らし合わせる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611879"/>
            <a:ext cx="45720" cy="109728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59" y="3575303"/>
            <a:ext cx="473933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撮るだけで、すぐ確かめられる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59" y="4050791"/>
            <a:ext cx="473933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商品名の入力も検索もいらない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店先で成分表示を1枚撮れば済む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09320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11149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その場で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486400"/>
            <a:ext cx="489204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買うべきかの目安が出る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6007608"/>
            <a:ext cx="489204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3色の判定と、成分名つきの理由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5166359"/>
            <a:ext cx="45720" cy="109728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59" y="5129783"/>
            <a:ext cx="473933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理由に根拠と出典を添える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59" y="5605272"/>
            <a:ext cx="473933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根拠の薄い推測は、最初から出さない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表示された理由は、安心して読める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6868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Overlai が目指すこと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9944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買い重ねる前に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もう家にある？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名前違いの同じ薬は？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重複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64024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塗り重ねる前に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一緒に使っていい？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どれを先に塗る？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組み合わせ・塗る順番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一緒に飲む前に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今飲んでいる薬と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一緒で大丈夫？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飲み合わせ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71500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肌の治療を続ける人も、家族の薬を買う人も、店頭で迷わない毎日へ。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店頭で撮るだけで、家の薬や化粧品と重ねて判定する。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507" y="2103120"/>
            <a:ext cx="1524000" cy="15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83987" y="2128519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822960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　井上 高志・濱田 圭太郎・杉本 隼都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14432" y="4480560"/>
            <a:ext cx="1280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452628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40112" y="5852160"/>
            <a:ext cx="182880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実機を試す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