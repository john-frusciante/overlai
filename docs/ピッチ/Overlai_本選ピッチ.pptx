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濱田と杉本は、ステロイドの塗り薬を使っています。化粧水を手に取ったとき、使っていいのか、どっちが先か、迷いました。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どちらも、家の薬と見比べられれば迷わずに済みます。そこで作ったのがOverlaiです。店で成分表示を撮るだけで、買うべきかの目安がわかります。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名前が違っても同じ働きの薬に気づけて、使っている薬との相性も買う前にわかります。塗る順番まで案内します。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家で一度登録すれば、店では撮るだけです。根拠の薄い推測は出さず、理由には出典を添えます。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重ねる前に、重ねて見る。ぜひ、お試しください。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82296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エピソード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2652" y="4343400"/>
            <a:ext cx="2247562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82296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エピソード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139" y="4343400"/>
            <a:ext cx="4139076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60120"/>
            <a:ext cx="647699" cy="64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46454" y="970915"/>
            <a:ext cx="161163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9524" y="1191514"/>
            <a:ext cx="3657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6949440" cy="2519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</a:t>
            </a:r>
          </a:p>
          <a:p>
            <a:pPr algn="l">
              <a:lnSpc>
                <a:spcPct val="95000"/>
              </a:lnSpc>
            </a:pPr>
            <a:r>
              <a:rPr sz="7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515600" cy="9575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店で成分表示を撮るだけで、家の薬・化粧品と比べて</a:t>
            </a:r>
          </a:p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「買うべきか」の目安がわかるアプリ。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48295" y="96012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45575" y="20574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Round Diagonal Corner Rectangle 8"/>
          <p:cNvSpPr/>
          <p:nvPr/>
        </p:nvSpPr>
        <p:spPr>
          <a:xfrm>
            <a:off x="8945575" y="205740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246705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3354" y="120517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6276" y="370972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5343" y="29644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3943" y="29644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32543" y="29644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10820095" cy="201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3332378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3332378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7479"/>
            <a:ext cx="1755886" cy="3392424"/>
          </a:xfrm>
          <a:prstGeom prst="roundRect">
            <a:avLst>
              <a:gd name="adj" fmla="val 7290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" name="Picture 6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70632"/>
            <a:ext cx="1609582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9431" y="4435891"/>
            <a:ext cx="466778" cy="139583"/>
          </a:xfrm>
          <a:prstGeom prst="roundRect">
            <a:avLst>
              <a:gd name="adj" fmla="val 32754"/>
            </a:avLst>
          </a:prstGeom>
          <a:noFill/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143" y="4152427"/>
            <a:ext cx="1213104" cy="256032"/>
          </a:xfrm>
          <a:prstGeom prst="roundRect">
            <a:avLst>
              <a:gd name="adj" fmla="val 14285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287" y="4945532"/>
            <a:ext cx="1496911" cy="396026"/>
          </a:xfrm>
          <a:prstGeom prst="roundRect">
            <a:avLst>
              <a:gd name="adj" fmla="val 11544"/>
            </a:avLst>
          </a:prstGeom>
          <a:noFill/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6999" y="4662068"/>
            <a:ext cx="679704" cy="256032"/>
          </a:xfrm>
          <a:prstGeom prst="roundRect">
            <a:avLst>
              <a:gd name="adj" fmla="val 14285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188720"/>
            <a:ext cx="3332378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1965960"/>
            <a:ext cx="3332378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9658" y="2697479"/>
            <a:ext cx="1781984" cy="3392424"/>
          </a:xfrm>
          <a:prstGeom prst="roundRect">
            <a:avLst>
              <a:gd name="adj" fmla="val 7183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5" name="Picture 14" descr="red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810" y="2770632"/>
            <a:ext cx="1635680" cy="3246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60059" y="4406676"/>
            <a:ext cx="686986" cy="142829"/>
          </a:xfrm>
          <a:prstGeom prst="roundRect">
            <a:avLst>
              <a:gd name="adj" fmla="val 32010"/>
            </a:avLst>
          </a:prstGeom>
          <a:noFill/>
          <a:ln w="222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41771" y="4123212"/>
            <a:ext cx="857504" cy="256032"/>
          </a:xfrm>
          <a:prstGeom prst="roundRect">
            <a:avLst>
              <a:gd name="adj" fmla="val 14285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0059" y="5354543"/>
            <a:ext cx="1521183" cy="305135"/>
          </a:xfrm>
          <a:prstGeom prst="roundRect">
            <a:avLst>
              <a:gd name="adj" fmla="val 14983"/>
            </a:avLst>
          </a:prstGeom>
          <a:noFill/>
          <a:ln w="222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41771" y="5071079"/>
            <a:ext cx="679704" cy="256032"/>
          </a:xfrm>
          <a:prstGeom prst="roundRect">
            <a:avLst>
              <a:gd name="adj" fmla="val 14285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3516" y="1188720"/>
            <a:ext cx="3332378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3516" y="1965960"/>
            <a:ext cx="3332378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3516" y="2697479"/>
            <a:ext cx="1715709" cy="3392424"/>
          </a:xfrm>
          <a:prstGeom prst="roundRect">
            <a:avLst>
              <a:gd name="adj" fmla="val 746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3" name="Picture 22" descr="routine-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6668" y="2770632"/>
            <a:ext cx="1569405" cy="324612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74918" y="3082259"/>
            <a:ext cx="204022" cy="2382652"/>
          </a:xfrm>
          <a:prstGeom prst="roundRect">
            <a:avLst>
              <a:gd name="adj" fmla="val 22409"/>
            </a:avLst>
          </a:prstGeom>
          <a:noFill/>
          <a:ln w="2222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6630" y="2798795"/>
            <a:ext cx="857504" cy="256032"/>
          </a:xfrm>
          <a:prstGeom prst="roundRect">
            <a:avLst>
              <a:gd name="adj" fmla="val 14285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0936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82140" y="641908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38172" y="630936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08932" y="641908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4964" y="630936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54724" y="641908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0756" y="630936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10820095" cy="201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2970" y="1618488"/>
            <a:ext cx="22860" cy="3383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3898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0817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78308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0428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46304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142646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自分の体質も登録できる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90195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肌質や年代、悩みを登録すると、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使い方の助言がパーソナライズされる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815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0998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47472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9592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15468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59" y="311810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359359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73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7914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6636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68756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84632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480974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528523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917" y="914400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8777" y="933450"/>
            <a:ext cx="2722880" cy="1104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514600"/>
            <a:ext cx="1219169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931920"/>
            <a:ext cx="10820095" cy="2240280"/>
          </a:xfrm>
          <a:prstGeom prst="roundRect">
            <a:avLst>
              <a:gd name="adj" fmla="val 8163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87952"/>
            <a:ext cx="731520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ぜひ、お試しください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846320"/>
            <a:ext cx="78638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D0DB"/>
                </a:solidFill>
                <a:latin typeface="Noto Sans JP"/>
                <a:ea typeface="Noto Sans JP"/>
                <a:cs typeface="Noto Sans JP"/>
              </a:rPr>
              <a:t>インストール不要。見本の薬・化粧品が入った状態で開きます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5321808"/>
            <a:ext cx="7756855" cy="10972"/>
          </a:xfrm>
          <a:prstGeom prst="rect">
            <a:avLst/>
          </a:prstGeom>
          <a:solidFill>
            <a:srgbClr val="4D59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5431536"/>
            <a:ext cx="73152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9D0DB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5689345"/>
            <a:ext cx="1869439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1040" y="5689345"/>
            <a:ext cx="45720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9D0DB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39935" y="4206240"/>
            <a:ext cx="1691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4799" y="4261103"/>
            <a:ext cx="1581912" cy="15819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