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病院で処方された薬を使う濱田と杉本は、化粧水を前に、使っていいのか、どっちが先か迷いました。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2702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8696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029967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1874519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71576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196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3794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6771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4290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3741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39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3924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8221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9834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58247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9103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286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3035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9469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3766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