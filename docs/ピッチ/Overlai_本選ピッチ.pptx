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ステロイドの塗り薬を使う濱田と杉本は、ある日、化粧水を手に取って、手が止まりました。薬を塗った肌に使っていいのか。どっちが先か。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井上は、風邪薬を買って帰ると、似た薬がもう家にありました。名前が違うと、同じ薬だと気づけないんです。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どの迷いも、答えは家にあるもの次第。なのに、店頭で確かめる方法がなかったんです。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だから作りました。家の薬と化粧品を登録しておけば、店頭で撮るだけで、生成AIが重ねて判定します。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合わない組み合わせには理由つきで注意を出し、塗る順番まで組み立てます。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Overlai。買う前に、家の棚を重ねて見る。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買う前に、家の棚を重ねて見る。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ある日、ドラッグストアで――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化粧水を手に取って、</a:t>
            </a:r>
          </a:p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手が止まった。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57800"/>
            <a:ext cx="4267200" cy="65836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4480" y="5257800"/>
            <a:ext cx="3749040" cy="65836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風邪薬を買って、家に帰ると――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似たような薬が、</a:t>
            </a:r>
          </a:p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もう家にあった。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57800"/>
            <a:ext cx="4526280" cy="658368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5257800"/>
            <a:ext cx="4267200" cy="658368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使っていい？　どっちが先？　もう家にある？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どの迷いも、答えは「家にあるもの」次第。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なのに、店頭で家にあるものと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重ねて確かめる方法がなかった。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だから、作りました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838200" cy="838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7924" y="1202690"/>
            <a:ext cx="2514600" cy="85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463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3133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7947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家の薬と化粧品を登録する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42519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処方薬・市販薬・スキンケアをひとつの在庫に（残量・期限も管理）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000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663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店頭で、商品の成分表示を撮る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1206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商品ごとに書式がばらばらな成分表示も、そのまま読み取る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7520" y="47274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686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5321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9893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青・黄・赤の3色と、成分名つきの理由で示す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8720" y="559612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50224" y="420624"/>
            <a:ext cx="2784282" cy="5833872"/>
          </a:xfrm>
          <a:prstGeom prst="roundRect">
            <a:avLst>
              <a:gd name="adj" fmla="val 722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9" name="Picture 18" descr="stock-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619690" cy="5669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50224" y="6336792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在庫画面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合わない組み合わせは、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理由つきで知らせる。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例）顔に塗っているステロイド軟膏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× エタノールを含む化粧水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→ 刺激が強くなる可能性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塗る順番も、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家にあるもので組み立てる。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順番はAIに任せず、剤形からルールで決めています。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赤の判定には、必ず薬剤師・皮膚科への相談を添えます。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実際の判定画面（市販の薬用化粧水）・ルーティン画面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商品名が違っても、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成分で重なりに気づく。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例）店頭の解熱鎮痛薬 × 家の「イブA錠」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→ 同じイブプロフェン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買わなくていいと伝える。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組み合わせも、重複も、店頭で。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買う前に、家の棚を重ねて見る。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