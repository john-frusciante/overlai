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井上は、風邪薬を買って帰ったら、似た薬がもう家にありました。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処方薬を使う濱田と杉本は、化粧水を買うとき、使っていいのか、どっちが先か迷いました。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そこで作ったのがOverlaiです。成分表示を撮るだけで、AIが家の薬と照らし合わせ、買うべきかの目安を出します。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名前が違っても、同じ働きの薬に気づけます。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使っている薬との相性も、買う前にわかります。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塗る順番まで案内します。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家で一度登録すれば、店では撮るだけ。理由には出典を添えます。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家では、悩みに合わせた使い方のコツもAIが添えます。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買い重ねる前に。塗り重ねる前に。一緒に飲む前に。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Overlai。重ねる前に、重ねて見る。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96012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82296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1524000" cy="152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40280" y="2265680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73152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5216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1｜重複の迷い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風邪薬を買って帰ると、似たような薬がもう家にあった。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025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9705" y="4343400"/>
            <a:ext cx="209896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7083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7083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2｜組み合わせの迷い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濱田・杉本｜肌が弱く、病院で処方された薬を使っている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化粧水を買うとき、処方された薬との相性と使い方がわからなかった。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797" y="4343400"/>
            <a:ext cx="3865418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84832" y="1440179"/>
            <a:ext cx="323088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71800"/>
            <a:ext cx="54864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49039"/>
            <a:ext cx="6949440" cy="1657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店で成分表示を撮るだけで、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家の薬・化粧品と比べて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「買うべきか」の目安がわかる。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8295" y="160020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E4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45575" y="269748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BCC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 Diagonal Corner Rectangle 7"/>
          <p:cNvSpPr/>
          <p:nvPr/>
        </p:nvSpPr>
        <p:spPr>
          <a:xfrm>
            <a:off x="8945575" y="2697480"/>
            <a:ext cx="1463040" cy="1463040"/>
          </a:xfrm>
          <a:prstGeom prst="round2DiagRect">
            <a:avLst>
              <a:gd name="adj1" fmla="val 29250"/>
              <a:gd name="adj2" fmla="val 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45575" y="3107131"/>
            <a:ext cx="146304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重ねて判定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3354" y="1845259"/>
            <a:ext cx="256032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店で撮った商品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66276" y="4349800"/>
            <a:ext cx="219456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撮って登録した</a:t>
            </a:r>
          </a:p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家の薬・化粧品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53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39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325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「名前は違うけど、中身は同じ？」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同じ働きの薬に気づける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風邪薬と頭痛薬のように、別の薬でも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働きがかぶっていれば知らせる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52053" y="466344"/>
            <a:ext cx="3016097" cy="5925312"/>
          </a:xfrm>
          <a:prstGeom prst="roundRect">
            <a:avLst>
              <a:gd name="adj" fmla="val 6669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yellow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349" y="548640"/>
            <a:ext cx="2851505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48409" y="3279221"/>
            <a:ext cx="1767933" cy="518464"/>
          </a:xfrm>
          <a:prstGeom prst="roundRect">
            <a:avLst>
              <a:gd name="adj" fmla="val 10582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20977" y="2950037"/>
            <a:ext cx="1795365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20977" y="2950037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店の商品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48409" y="4350715"/>
            <a:ext cx="2623385" cy="892911"/>
          </a:xfrm>
          <a:prstGeom prst="roundRect">
            <a:avLst>
              <a:gd name="adj" fmla="val 6144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20977" y="4021531"/>
            <a:ext cx="2650817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20977" y="4021531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「薬を塗った肌に、使っていい？」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使っている薬との相性が、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買う前にわかる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飲み薬だけでなく、塗り薬や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化粧品との組み合わせも確かめられる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76151" y="466344"/>
            <a:ext cx="3091999" cy="5925312"/>
          </a:xfrm>
          <a:prstGeom prst="roundRect">
            <a:avLst>
              <a:gd name="adj" fmla="val 6506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ed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8447" y="548640"/>
            <a:ext cx="2927407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75543" y="2996946"/>
            <a:ext cx="2693215" cy="823782"/>
          </a:xfrm>
          <a:prstGeom prst="roundRect">
            <a:avLst>
              <a:gd name="adj" fmla="val 6660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48111" y="2667762"/>
            <a:ext cx="2720647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48111" y="2667762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店の商品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75543" y="4367997"/>
            <a:ext cx="2693215" cy="979322"/>
          </a:xfrm>
          <a:prstGeom prst="roundRect">
            <a:avLst>
              <a:gd name="adj" fmla="val 5602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48111" y="4038813"/>
            <a:ext cx="2720647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48111" y="4038813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「薬と化粧品、どっちが先？」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薬や化粧品を使う順番や、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詳しい使い方がわかる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処方薬と化粧品を一緒に使う日も、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どれから、どう塗ればいいかの目安がわかる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18417" y="466344"/>
            <a:ext cx="2949733" cy="5925312"/>
          </a:xfrm>
          <a:prstGeom prst="roundRect">
            <a:avLst>
              <a:gd name="adj" fmla="val 6819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outine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0713" y="548640"/>
            <a:ext cx="2785141" cy="5760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37289" y="594725"/>
            <a:ext cx="2711989" cy="472379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50846" y="1101669"/>
            <a:ext cx="362068" cy="4228368"/>
          </a:xfrm>
          <a:prstGeom prst="roundRect">
            <a:avLst>
              <a:gd name="adj" fmla="val 15152"/>
            </a:avLst>
          </a:prstGeom>
          <a:noFill/>
          <a:ln w="285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23414" y="772485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塗る順番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1｜店で選ぶ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6984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家で一度登録すれば、店では撮るだけ。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212848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20574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89864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AIが成分表示を読み取る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842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0025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7744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薬・化粧品を撮って登録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0208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自分だけの薬データベースができる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4505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薬の成分がわかるだけでなく、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残りの量も管理できる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6118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4453127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AIが家のものと照らし合わせる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387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557015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9319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気になる商品を撮る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5753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撮るだけで、すぐ確かめられる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0050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商品名の入力も検索もいらない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店先で成分表示を1枚撮れば済む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516635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600760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3色の判定と、成分名つきの理由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09320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11149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その場で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48640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買うべきかの目安が出る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12978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理由に根拠と出典を添える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555955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根拠の薄い推測は、最初から出さない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表示された理由は、安心して読める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2｜家で使う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6984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登録した薬と体質から、毎日の使い方がわかる。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212848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20574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89864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薬・化粧品は撮るだけ、体質は設定から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842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0025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7744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薬・化粧品と体質を登録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0208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悩みまで入れて、パーソナライズ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4505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体質・年代・性別のほかに、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朝は手早く済ませたい、といった悩みも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6118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5800" y="35387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557015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アプリが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9319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その人に合った使い方を考える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753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手順ごとに、使い方の説明が付く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0050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その順番にする理由と、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使うときのコツがわかる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516635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" y="600760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その日に使うものが、使う順に並ぶ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9320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11149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毎日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48640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順番と使い方が表示される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512978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薬を使ったかをチェックで記録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55955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朝・昼・夜ごとにチェックを付けて、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7日分を見返せる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6868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Overlai が目指すこと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94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買い重ねる前に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もう家にある？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名前違いの同じ薬は？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重複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4024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塗り重ねる前に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一緒に使っていい？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どれを先に塗る？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組み合わせ・塗る順番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一緒に飲む前に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今飲んでいる薬と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一緒で大丈夫？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飲み合わせ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1500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肌の治療を続ける人も、家族の薬を買う人も、店頭で迷わない毎日へ。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店で撮るだけで、家の薬・化粧品と重ねて判定する。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507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83987" y="2128519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48056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52628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40112" y="5852160"/>
            <a:ext cx="182880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ぜひお試しください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