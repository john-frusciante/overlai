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病院で処方された薬を使う濱田と杉本は、化粧水を前に、使っていいのか、どっちが先か迷いました。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そこで作ったのがOverlaiです。店で成分表示を撮るだけで、買うべきかの目安がわかります。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登録した薬と体質から、毎日の使う順番と使い方も案内します。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ある日、ドラッグストアで化粧水を手に取って、手が止まった。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どれから、どう塗ればいいか迷わない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6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7744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9864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5740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59" y="2020824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自分の体質も登録できる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9" y="249631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肌質や年代、悩みを登録すると、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使い方の助言がパーソナライズされる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9319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453127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361187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59" y="357530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050791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48640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00760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516635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5129783"/>
            <a:ext cx="473933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59" y="5605272"/>
            <a:ext cx="473933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4864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6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237744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89864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057400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59" y="2057400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飲み薬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8036" y="2057400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49512" y="2057400"/>
            <a:ext cx="10134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化粧品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59" y="253288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肌質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2136" y="253288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頭皮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17712" y="253288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年代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43288" y="253288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性別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68864" y="2532888"/>
            <a:ext cx="797560" cy="384048"/>
          </a:xfrm>
          <a:prstGeom prst="roundRect">
            <a:avLst>
              <a:gd name="adj" fmla="val 50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7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悩み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93192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自分に合った使い方を考える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453127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順番は剤形で決め、助言はAIが書く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361187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38544" y="3611879"/>
            <a:ext cx="4739335" cy="3867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「朝は手早く」などの悩みも反映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489204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6007608"/>
            <a:ext cx="489204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66359"/>
            <a:ext cx="45720" cy="1097280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59" y="5166359"/>
            <a:ext cx="4739335" cy="3867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薬を使ったかをチェックリストで記録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59" y="5641848"/>
            <a:ext cx="4739335" cy="3867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手順ごとに、細かい使い方の説明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店頭で撮るだけで、家の薬や化粧品と重ねて判定する。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実機を試す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