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44802" y="3174705"/>
            <a:ext cx="142951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01956" y="4079138"/>
            <a:ext cx="2683923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57261" y="3122858"/>
            <a:ext cx="124659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261" y="4804989"/>
            <a:ext cx="2726996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どれから、どう塗ればいいかの目安がわかる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スマホで試す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