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どの迷いも、家にある薬と見比べないと答えが出ません。でも、店の棚の前では、それができません。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そこで作ったのが、Overlaiです。店頭で撮るだけで、生成AIが家にあるものと重ねて判定し、出典つきで理由を示します。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使っていいかの目安がその場で分かり、塗る順番まで案内します。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6" y="4343400"/>
            <a:ext cx="372533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5230" y="4343400"/>
            <a:ext cx="174625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「使っていい？」「どっちが先？」「もう家にある？」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どの迷いも、家にある薬と見比べないと答えが出ない。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でも、店の棚の前では、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家の薬と見比べられない。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257300" cy="1257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5406" y="661035"/>
            <a:ext cx="3771900" cy="1261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7800" y="1325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98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7033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家にあるものを登録する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05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薬も化粧品も、撮れば成分まで入る。これが判定の基準になる。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628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526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店頭で、成分表示を撮る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9834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気になった商品を撮るだけ。書式がばらばらでも読み取る。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9320" y="459028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3858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3492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重複も組み合わせも考え、買うべきかを3色と出典つきの理由で伝える。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8720" y="54132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4792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62831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8864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家にあるもので足りそう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4703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0735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20624"/>
            <a:ext cx="2963350" cy="5833872"/>
          </a:xfrm>
          <a:prstGeom prst="roundRect">
            <a:avLst>
              <a:gd name="adj" fmla="val 67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stock-m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798758" cy="5669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03920" y="63367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家の在庫（マイストック）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「使っていい？」の目安が、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その場でわかる。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薬を塗っている肌に刺激になりうる化粧品は、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理由つきで教えてくれる。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例）エタノール → 薬を塗った肌の刺激になる可能性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今ある薬と化粧品の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塗る順番が、ひと目でわかる。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化粧水から処方の軟膏まで、家にあるものを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塗る順に並べて見せる。※医師・薬剤師の指示が優先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実際の判定画面（市販の薬用化粧水）・塗る順番の画面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名前が違っても、同じ成分が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入っていれば気づける。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店の解熱鎮痛薬と、家の「イブA錠」。商品名は違っても、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どちらにもイブプロフェンが入っている。風邪薬にも同じ成分が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入っていることがあるので、成分で見比べる。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買わずに済む。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無駄な買い物も、同じ成分の重ね飲みも防ぎやすくなる。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