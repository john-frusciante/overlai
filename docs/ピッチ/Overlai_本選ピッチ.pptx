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ステロイドの塗り薬を使う濱田と杉本は、ある日、化粧水を手に取って、手が止まりました。薬を塗った肌に使っていいのか。どっちが先か。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井上は、風邪薬を買って帰ると、似た薬がもう家にありました。名前が違うと、同じ薬だと気づけないんです。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どの迷いも、答えは家にあるもの次第。なのに、店頭で確かめる方法がなかったんです。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だから作りました。家の薬と化粧品を登録しておけば、店頭で撮るだけで、生成AIが重ねて判定します。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合わない組み合わせには理由つきで注意を出し、塗る順番まで組み立てます。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名前が違っても、成分で重なりに気づけます。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Overlai。買う前に、家の棚を重ねて見る。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0584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1430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21992" y="217170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買う前に、家の棚を重ねて見る。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濱田・杉本｜肌が弱く、ステロイドの塗り薬を使っている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ある日、ドラッグストアで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化粧水を手に取って、手が止まった。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37560"/>
            <a:ext cx="8168640" cy="100584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4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617720"/>
            <a:ext cx="7132320" cy="100584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4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風邪薬を買って家に帰ると、</a:t>
            </a:r>
          </a:p>
          <a:p>
            <a:pPr algn="l">
              <a:lnSpc>
                <a:spcPct val="100000"/>
              </a:lnSpc>
            </a:pPr>
            <a:r>
              <a:rPr sz="28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似たような薬がもう家にあった。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337560"/>
            <a:ext cx="8686800" cy="100584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4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617720"/>
            <a:ext cx="8168640" cy="100584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1270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40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使っていい？　どっちが先？　もう家にある？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どの迷いも、答えは「家にあるもの」次第。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926080"/>
            <a:ext cx="82296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なのに、店頭で家にあるものと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重ねて確かめる方法がなかった。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だから、作りました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838200" cy="838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77924" y="1202690"/>
            <a:ext cx="2514600" cy="855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463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家にあるものと重ねて判定する。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83133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7947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家の薬と化粧品を登録する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425196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処方薬・市販薬・スキンケアをひとつの在庫に（残量・期限も管理）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0001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6634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店頭で、商品の成分表示を撮る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512064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商品ごとに書式がばらばらな成分表示も、そのまま読み取る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7520" y="472744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5686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5321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家の在庫と重ねて判定する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989320"/>
            <a:ext cx="6217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青・黄・赤の3色と、成分名つきの理由で示す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8720" y="559612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生成AI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50224" y="420624"/>
            <a:ext cx="2784282" cy="5833872"/>
          </a:xfrm>
          <a:prstGeom prst="roundRect">
            <a:avLst>
              <a:gd name="adj" fmla="val 722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9" name="Picture 18" descr="stock-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502920"/>
            <a:ext cx="2619690" cy="5669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650224" y="6336792"/>
            <a:ext cx="2779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在庫画面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エピソード 1 への答え｜組み合わせ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合わない組み合わせは、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理由つきで知らせる。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例）顔に塗っているステロイド軟膏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　　× エタノールを含む化粧水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　　→ 刺激が強くなる可能性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塗る順番も、</a:t>
            </a:r>
          </a:p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家にあるもので組み立てる。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順番はAIに任せず、剤形からルールで決めています。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赤の判定には、必ず薬剤師・皮膚科への相談を添えます。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603504"/>
            <a:ext cx="2698745" cy="5193792"/>
          </a:xfrm>
          <a:prstGeom prst="roundRect">
            <a:avLst>
              <a:gd name="adj" fmla="val 745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0" name="Picture 9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685800"/>
            <a:ext cx="2534153" cy="5029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90304" y="603504"/>
            <a:ext cx="2596064" cy="5193792"/>
          </a:xfrm>
          <a:prstGeom prst="roundRect">
            <a:avLst>
              <a:gd name="adj" fmla="val 77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12" name="Picture 11" descr="routine-cr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685800"/>
            <a:ext cx="2431472" cy="5029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72784" y="5943600"/>
            <a:ext cx="561441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実際の判定画面（市販の薬用化粧水）・ルーティン画面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C2410C"/>
                </a:solidFill>
                <a:latin typeface="Noto Sans JP"/>
                <a:ea typeface="Noto Sans JP"/>
                <a:cs typeface="Noto Sans JP"/>
              </a:rPr>
              <a:t>エピソード 2 への答え｜重複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商品名が違っても、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成分で重なりに気づく。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7180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例）店頭の解熱鎮痛薬 × 家の「イブA錠」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　　→ 同じイブプロフェン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548640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7132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家にある薬で足りるなら、</a:t>
            </a:r>
          </a:p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買わなくていいと伝える。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重なっている家の薬を、その場で並べて見せます。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420624"/>
            <a:ext cx="2975694" cy="5833872"/>
          </a:xfrm>
          <a:prstGeom prst="roundRect">
            <a:avLst>
              <a:gd name="adj" fmla="val 676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9" name="Picture 8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502920"/>
            <a:ext cx="2811102" cy="5669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67344" y="633679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実際の判定画面（市販の解熱鎮痛薬）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組み合わせも、重複も、店頭で。</a:t>
            </a:r>
          </a:p>
        </p:txBody>
      </p:sp>
      <p:pic>
        <p:nvPicPr>
          <p:cNvPr id="3" name="Picture 2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257800" y="2128519"/>
            <a:ext cx="4572000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買う前に、家の棚を重ねて見る。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57200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61772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31552" y="594360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