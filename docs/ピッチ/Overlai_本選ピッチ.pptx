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ステロイドの塗り薬を使う濱田と杉本は、ある日、化粧水を手に取って、手が止まりました。使っていいのか。どっちが先か。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井上は、風邪薬を買って帰ると、似た薬がもう家にありました。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どの迷いも、家にある薬と見比べないと答えが出ません。でも、店の棚の前では、それができません。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そこで作ったのが、Overlaiです。店頭で撮るだけで、生成AIが家にあるものと重ねて判定し、出典つきで理由を示します。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使っていいかの目安がその場で分かり、塗る順番まで案内します。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名前が違っても、成分で重なりに気づけます。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0584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43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21992" y="217170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6" y="4343400"/>
            <a:ext cx="372533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7589520" cy="4032854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5230" y="4343400"/>
            <a:ext cx="1746250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6022" y="3662627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6022" y="4449011"/>
            <a:ext cx="6583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「使っていい？」「どっちが先？」「もう家にある？」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どの迷いも、家にある薬と見比べないと答えが出ない。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822960" cy="5486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でも、店の棚の前では、</a:t>
            </a:r>
          </a:p>
          <a:p>
            <a:pPr algn="l">
              <a:lnSpc>
                <a:spcPct val="100000"/>
              </a:lnSpc>
            </a:pPr>
            <a:r>
              <a:rPr sz="5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家の薬と見比べられない。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257300" cy="12573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05406" y="661035"/>
            <a:ext cx="3771900" cy="1261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57800" y="1325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家にあるものと重ねて判定する。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398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7033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家にあるものを登録する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1605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薬も化粧品も、撮れば成分まで入る。これが判定の基準になる。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628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5262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店頭で、成分表示を撮る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9834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気になった商品を撮るだけ。書式がばらばらでも読み取る。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19320" y="459028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3858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3492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家の在庫と重ねて判定する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80644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重複も組み合わせも考え、買うべきかを3色と出典つきの理由で伝える。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8720" y="541324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64792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62831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8864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家にあるもので足りそう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94703" y="6263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0735" y="61722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50224" y="420624"/>
            <a:ext cx="2963350" cy="5833872"/>
          </a:xfrm>
          <a:prstGeom prst="roundRect">
            <a:avLst>
              <a:gd name="adj" fmla="val 67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24" name="Picture 23" descr="stock-m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02920"/>
            <a:ext cx="2798758" cy="56692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503920" y="63367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家の在庫（マイストック）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 への答え｜組み合わせ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303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「使っていい？」の目安が、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その場でわかる。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薬を塗っている肌に刺激になりうる化粧品は、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理由つきで教えてくれる。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例）エタノール → 薬を塗った肌の刺激になる可能性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今ある薬と化粧品の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塗る順番が、ひと目でわかる。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化粧水から処方の軟膏まで、家にあるものを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塗る順に並べて見せる。※医師・薬剤師の指示が優先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603504"/>
            <a:ext cx="2698745" cy="5193792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685800"/>
            <a:ext cx="2534153" cy="5029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90304" y="603504"/>
            <a:ext cx="2596064" cy="5193792"/>
          </a:xfrm>
          <a:prstGeom prst="roundRect">
            <a:avLst>
              <a:gd name="adj" fmla="val 77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1" name="Picture 10" descr="routin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685800"/>
            <a:ext cx="2431472" cy="5029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2784" y="5943600"/>
            <a:ext cx="5614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実際の判定画面（市販の薬用化粧水）・塗る順番の画面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 への答え｜重複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名前が違っても、同じ成分が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入っていれば気づける。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7132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店の解熱鎮痛薬と、家の「イブA錠」。商品名は違っても、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どちらにもイブプロフェンが入っている。風邪薬にも同じ成分が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入っていることがあるので、成分で見比べる。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家にある薬で足りるなら、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買わずに済む。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重なっている家の薬を、その場で並べて見せる。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無駄な買い物も、同じ成分の重ね飲みも防ぎやすくなる。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420624"/>
            <a:ext cx="2975694" cy="5833872"/>
          </a:xfrm>
          <a:prstGeom prst="roundRect">
            <a:avLst>
              <a:gd name="adj" fmla="val 676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502920"/>
            <a:ext cx="2811102" cy="5669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7344" y="63367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実際の判定画面（市販の解熱鎮痛薬）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28519"/>
            <a:ext cx="4572000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57200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61772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31552" y="5943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