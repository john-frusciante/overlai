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a70261d25e4e44" /><Relationship Type="http://schemas.openxmlformats.org/officeDocument/2006/relationships/extended-properties" Target="/docProps/app.xml" Id="R5cc6e2bc903d41d0" /><Relationship Type="http://schemas.openxmlformats.org/officeDocument/2006/relationships/officeDocument" Target="/ppt/presentation.xml" Id="Rd68b4966078048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b6aac83f3854016"/>
  </p:sldMasterIdLst>
  <p:notesMasterIdLst>
    <p:notesMasterId xmlns:r="http://schemas.openxmlformats.org/officeDocument/2006/relationships" r:id="R09b273c17237426e"/>
  </p:notesMasterIdLst>
  <p:sldIdLst>
    <p:sldId xmlns:r="http://schemas.openxmlformats.org/officeDocument/2006/relationships" id="256" r:id="Re0744e0fe3e04317"/>
    <p:sldId xmlns:r="http://schemas.openxmlformats.org/officeDocument/2006/relationships" id="257" r:id="R9af938219a7247c7"/>
    <p:sldId xmlns:r="http://schemas.openxmlformats.org/officeDocument/2006/relationships" id="258" r:id="Rd4f7edb560004d20"/>
    <p:sldId xmlns:r="http://schemas.openxmlformats.org/officeDocument/2006/relationships" id="259" r:id="R8cd207a22fdd4fb2"/>
    <p:sldId xmlns:r="http://schemas.openxmlformats.org/officeDocument/2006/relationships" id="260" r:id="Rc8b456937fcb457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92a3f3c81f4219" /><Relationship Type="http://schemas.openxmlformats.org/officeDocument/2006/relationships/slideMaster" Target="/ppt/slideMasters/slideMaster1.xml" Id="Rab6aac83f3854016" /><Relationship Type="http://schemas.openxmlformats.org/officeDocument/2006/relationships/notesMaster" Target="/ppt/notesMasters/notesMaster1.xml" Id="R09b273c17237426e" /><Relationship Type="http://schemas.openxmlformats.org/officeDocument/2006/relationships/presProps" Target="/ppt/presProps.xml" Id="Rf0d77c96252146f0" /><Relationship Type="http://schemas.openxmlformats.org/officeDocument/2006/relationships/tableStyles" Target="/ppt/tableStyles.xml" Id="Reb5edc6ffa3540d6" /><Relationship Type="http://schemas.openxmlformats.org/officeDocument/2006/relationships/slide" Target="/ppt/slides/slide1.xml" Id="Re0744e0fe3e04317" /><Relationship Type="http://schemas.openxmlformats.org/officeDocument/2006/relationships/slide" Target="/ppt/slides/slide2.xml" Id="R9af938219a7247c7" /><Relationship Type="http://schemas.openxmlformats.org/officeDocument/2006/relationships/slide" Target="/ppt/slides/slide3.xml" Id="Rd4f7edb560004d20" /><Relationship Type="http://schemas.openxmlformats.org/officeDocument/2006/relationships/slide" Target="/ppt/slides/slide4.xml" Id="R8cd207a22fdd4fb2" /><Relationship Type="http://schemas.openxmlformats.org/officeDocument/2006/relationships/slide" Target="/ppt/slides/slide5.xml" Id="Rc8b456937fcb457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98bf89f39d7430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c9bcf1cc224da2" /><Relationship Type="http://schemas.openxmlformats.org/officeDocument/2006/relationships/notesMaster" Target="/ppt/notesMasters/notesMaster1.xml" Id="Rfb3ca4ab5ca349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88a9d5c2994868" /><Relationship Type="http://schemas.openxmlformats.org/officeDocument/2006/relationships/notesMaster" Target="/ppt/notesMasters/notesMaster1.xml" Id="Ra696bf9c6b4b4a3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6f952fe6304693" /><Relationship Type="http://schemas.openxmlformats.org/officeDocument/2006/relationships/notesMaster" Target="/ppt/notesMasters/notesMaster1.xml" Id="Rb886d073ea0c4ea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540055fe6f54764" /><Relationship Type="http://schemas.openxmlformats.org/officeDocument/2006/relationships/notesMaster" Target="/ppt/notesMasters/notesMaster1.xml" Id="R335baf3d821d431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6a2aa9f3e7f42a8" /><Relationship Type="http://schemas.openxmlformats.org/officeDocument/2006/relationships/notesMaster" Target="/ppt/notesMasters/notesMaster1.xml" Id="R4a24004706fa41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6b2b765edd46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05c7ab76a24473" /><Relationship Type="http://schemas.openxmlformats.org/officeDocument/2006/relationships/slideLayout" Target="/ppt/slideLayouts/slideLayout1.xml" Id="Rbeaf7304391044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af7304391044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58da2e9b234641" /><Relationship Type="http://schemas.openxmlformats.org/officeDocument/2006/relationships/image" Target="/ppt/media/image.png" Id="R5de5f0f4f91b40a7" /><Relationship Type="http://schemas.openxmlformats.org/officeDocument/2006/relationships/image" Target="/ppt/media/image.svg" Id="Rafd5fed7c83948ab" /><Relationship Type="http://schemas.openxmlformats.org/officeDocument/2006/relationships/notesSlide" Target="/ppt/notesSlides/notesSlide1.xml" Id="R4d765314ecaf4d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0de0f151a947e1" /><Relationship Type="http://schemas.openxmlformats.org/officeDocument/2006/relationships/notesSlide" Target="/ppt/notesSlides/notesSlide2.xml" Id="Rfd180df6304d49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a4ad76c0ed4c03" /><Relationship Type="http://schemas.openxmlformats.org/officeDocument/2006/relationships/image" Target="/ppt/media/image2.png" Id="Rb29615872f154b88" /><Relationship Type="http://schemas.openxmlformats.org/officeDocument/2006/relationships/image" Target="/ppt/media/image3.png" Id="R54e24f0cbde94e12" /><Relationship Type="http://schemas.openxmlformats.org/officeDocument/2006/relationships/image" Target="/ppt/media/image4.png" Id="R43186db7198c4f14" /><Relationship Type="http://schemas.openxmlformats.org/officeDocument/2006/relationships/notesSlide" Target="/ppt/notesSlides/notesSlide3.xml" Id="R395b2bd87de6472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4149e3d61c4469" /><Relationship Type="http://schemas.openxmlformats.org/officeDocument/2006/relationships/notesSlide" Target="/ppt/notesSlides/notesSlide4.xml" Id="R845e19bc2b1b431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e6fbe2ca9a4f6d" /><Relationship Type="http://schemas.openxmlformats.org/officeDocument/2006/relationships/notesSlide" Target="/ppt/notesSlides/notesSlide5.xml" Id="R4652056523dd46c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C2162E-34F5-44D4-A45C-DC7CDAE8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OVERLAI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99B3ED-83BD-4979-9996-9F5C56F33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38200"/>
            <a:ext cx="790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625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家の薬と化粧品を、買う前の判断につなげる。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BC5624-AAB6-4225-A2E5-EEEDA0F7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私たち自身の二つの迷いから始まったアプリです。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5f0f4f91b40a7">
            <a:extLst>
              <a:ext uri="{96DAC541-7B7A-43D3-8B79-37D633B846F1}">
                <asvg:svgBlip xmlns:asvg="http://schemas.microsoft.com/office/drawing/2016/SVG/main" r:embed="Rafd5fed7c83948a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401300" y="323850"/>
            <a:ext cx="876300" cy="8763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B2D63-B79A-425E-8F42-E3E52DE6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1257300"/>
            <a:ext cx="876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750" b="1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750" b="1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実機を試す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1871A4-EE58-4B0A-84EA-2559AB84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74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33DB07-6F18-499F-9CEC-8D6EDB6F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619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私たちが困っていたこと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FE9F63-4C79-474F-8D6C-6B816F9E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5219700" cy="2305050"/>
          </a:xfrm>
          <a:prstGeom xmlns:a="http://schemas.openxmlformats.org/drawingml/2006/main" prst="roundRect">
            <a:avLst>
              <a:gd name="adj" fmla="val 5785"/>
            </a:avLst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D9DF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455812-1F13-439F-BF64-3E63286A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57150" cy="2305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B4F3B4-13B2-4CA1-9AB9-4CE80873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623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井上｜風邪薬の重複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3C756-FF6C-49FD-8A29-8D70E628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4762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25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商品名が違っていても、効果が同じような風邪薬が家にいくつもありました。店頭では家の残りを思い出せず、買ったあとで重複に気づきます。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FBE027-52FE-48CB-B6E9-38157225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952750"/>
            <a:ext cx="5600700" cy="2305050"/>
          </a:xfrm>
          <a:prstGeom xmlns:a="http://schemas.openxmlformats.org/drawingml/2006/main" prst="roundRect">
            <a:avLst>
              <a:gd name="adj" fmla="val 5785"/>
            </a:avLst>
          </a:prstGeom>
          <a:solidFill xmlns:a="http://schemas.openxmlformats.org/drawingml/2006/main">
            <a:srgbClr val="FFF4DF"/>
          </a:solidFill>
          <a:ln xmlns:a="http://schemas.openxmlformats.org/drawingml/2006/main" w="9525">
            <a:solidFill>
              <a:srgbClr val="D9DF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C40439-8350-4729-A017-D057088B0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952750"/>
            <a:ext cx="57150" cy="2305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640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E197B4-7647-46DB-AD27-BF84A0CBE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6230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杉本・濱田｜塗り薬と化粧品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82FEF2-41E9-410A-8D5B-E71E45E57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19500"/>
            <a:ext cx="5143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25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ステロイド外用薬を使っていると、化粧品と一緒に使ってよいのか、薬と化粧品のどちらを先に塗るのか迷いました。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8D3FBB-F5AF-4DC8-8BAA-F50257B56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14975"/>
            <a:ext cx="110871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72746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4ADBD7-B128-42DC-9975-BD3F2CCC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959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薬も化粧品も使う体は一つなのに、確かめる場所は分かれていた。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E1552C-9AAC-461C-AE76-A2296C887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F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DE5173-88BE-4AB5-B0A5-CD15EB39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応募者：井上 高志・濱田 圭太郎・杉本 隼都｜鈴鹿工業高等専門学校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8EE010-77D5-4670-9C42-450AC20E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722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1 / 5</a:t>
            </a:r>
          </a:p>
        </p:txBody>
      </p:sp>
    </p:spTree>
    <p:extLst>
      <p:ext uri="{BB962C8B-B14F-4D97-AF65-F5344CB8AC3E}">
        <p14:creationId xmlns:p14="http://schemas.microsoft.com/office/powerpoint/2010/main" val="618627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184756-1A96-4CB4-990D-B2D26227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OVERLAI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1FC96F-89C8-430B-B33F-4D4516E5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81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0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900" b="0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2 /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861B9A-3B6A-4355-9268-9849FEF4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74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0831B1-2E5A-4583-BC36-7DB847C2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2563EB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解決の核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C9845A-5A9E-4D94-AF49-867553F90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71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二つの問題を、一つの在庫で解く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C28C7E-17FA-4A34-B78D-C5777B16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2882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家にある薬と化粧品をまとめ、店頭の商品と照合します。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6B637D-DB9C-4F7C-8CA8-E1E10718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25717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9DF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BC5FEF-FA4A-4366-A9EA-290085E1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0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563EB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FAC4B4-6582-48CD-BC1E-EE8F4B0F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家のものを登録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709A6D-17A3-481B-A498-4297BCE1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2143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125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薬と化粧品を、同じ在庫として持つ。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2034F-4B5C-47BE-B919-4970B73B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590925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D1C9B0-B19F-40F0-BE52-4D0A3792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800350"/>
            <a:ext cx="25717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9DF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70AE8A-582C-4BC3-8490-3CFF65D6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00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563EB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6028E5-9C3F-4BA7-BCCD-85105EE1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38525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店頭で撮影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64403C-3C82-44F0-A381-F858FEE7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05250"/>
            <a:ext cx="2143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125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商品の成分表示をスマートフォンで読む。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8D3005-99AF-4914-A392-B7201083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3590925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DCC7E0-EA90-4908-BA54-65CA7ECAA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800350"/>
            <a:ext cx="25717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B9D0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B1744D-DFEA-426E-B9CB-2A38672A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00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563EB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6684E7-51AA-4711-80AD-D565D0A9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38525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在庫と照合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00AA75-CE81-46F2-A4D9-B5644744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05250"/>
            <a:ext cx="2143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125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重複や組み合わせを、家ごとに確かめる。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39CB57-C26B-4AB0-8B49-269692CBF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3590925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DF57B9-A50E-465A-A345-46D998F1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00350"/>
            <a:ext cx="25717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9DF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CC3D58-0048-4391-AED5-61437EE6F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00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563EB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1C806E-2A24-48F4-B176-4FD147C9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38525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根拠と行動へ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B5A910-B403-4E47-9327-1C6B1205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905250"/>
            <a:ext cx="2143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125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3色の判定、理由、使う順番を示す。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9F32DB-38D5-4C0F-B8FD-ED22ABA99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24450"/>
            <a:ext cx="110871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72746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89D180-76A3-4451-A152-3342578E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53050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商品の一般的な評価ではなく、「わが家にあるものとの関係」を答える。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76D3BD-7DB3-4ABD-9D07-013A9433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43575"/>
            <a:ext cx="1057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050" b="0">
                <a:solidFill>
                  <a:srgbClr val="D9E0EB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D9E0EB"/>
                </a:solidFill>
                <a:latin typeface="Yu Gothic"/>
                <a:ea typeface="Yu Gothic"/>
                <a:cs typeface="Yu Gothic"/>
              </a:rPr>
              <a:t>買う前の重複確認と、買ったあとの塗る順番を、同じ在庫からつなげます。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2B7843-EA52-42CB-ADD0-A71A1ACF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F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427BC3-377A-4D60-81C2-A9CD3434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Overlai 作品概要書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222E6B-5089-48CB-A350-3B8BD9318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722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2 / 5</a:t>
            </a:r>
          </a:p>
        </p:txBody>
      </p:sp>
    </p:spTree>
    <p:extLst>
      <p:ext uri="{BB962C8B-B14F-4D97-AF65-F5344CB8AC3E}">
        <p14:creationId xmlns:p14="http://schemas.microsoft.com/office/powerpoint/2010/main" val="12928413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1B646B-5BC2-46D5-B69F-829A6796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OVERLAI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441EFC-19B8-4A5C-AFDC-7B3217E7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81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0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900" b="0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3 /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FBAEDA-446B-4C12-B60A-A1E2533F4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74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7F4228-D1DA-4EB6-9D7D-1C838466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2563EB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利用の流れ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5518A7-58C0-4338-A031-BD0B1EF7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71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店頭から、購入後まで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8659F1-F8C4-4BBA-B679-794882A8B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2882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一度登録した在庫が、買い物と日々の使用の両方に生きます。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8D6D4E-A09D-47BC-9FFA-496E9172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3143250" cy="2724150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9615872f154b88"/>
          <a:srcRect xmlns:a="http://schemas.openxmlformats.org/drawingml/2006/main" l="0" t="16331" r="0" b="163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66850" y="2838450"/>
            <a:ext cx="1657350" cy="2419350"/>
          </a:xfrm>
          <a:prstGeom xmlns:a="http://schemas.openxmlformats.org/drawingml/2006/main" prst="roundRect">
            <a:avLst>
              <a:gd name="adj" fmla="val 6897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1170C0-493A-4206-BDB3-2EAA6EC6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05100"/>
            <a:ext cx="3143250" cy="2724150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e24f0cbde94e12"/>
          <a:srcRect xmlns:a="http://schemas.openxmlformats.org/drawingml/2006/main" l="0" t="16331" r="0" b="163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91100" y="2838450"/>
            <a:ext cx="1657350" cy="2419350"/>
          </a:xfrm>
          <a:prstGeom xmlns:a="http://schemas.openxmlformats.org/drawingml/2006/main" prst="roundRect">
            <a:avLst>
              <a:gd name="adj" fmla="val 6897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CF7841-6DC2-468C-AFB1-47B0940F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05100"/>
            <a:ext cx="3143250" cy="2724150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186db7198c4f14"/>
          <a:srcRect xmlns:a="http://schemas.openxmlformats.org/drawingml/2006/main" l="0" t="16331" r="0" b="163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15350" y="2838450"/>
            <a:ext cx="1657350" cy="2419350"/>
          </a:xfrm>
          <a:prstGeom xmlns:a="http://schemas.openxmlformats.org/drawingml/2006/main" prst="roundRect">
            <a:avLst>
              <a:gd name="adj" fmla="val 6897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BAB95C-0D24-46D6-ADE7-973AD4D9E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816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1  家の在庫を登録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205818-B964-4131-A38D-8E0FAA38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5816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2  店頭で照合し、理由を見る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534C25-8E1F-4DCD-88B4-0B1DBB97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5816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3  購入後は使う順番へ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D368F1-B479-4E29-9B9B-A05EDDFE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24550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残量・期限も管理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A5230D-E55E-4BEF-BFB1-F33E45860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924550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青・黄・赤で要点を確認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FCECFB-92A2-41AA-8E37-0553FFC87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924550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剤形に基づく順番を案内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B67574-71D4-4E2E-8910-9C83FBF5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F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0457B3-F33F-4904-9615-D480326A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Overlai 作品概要書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2A3AA8-B21C-4E00-8175-3ED52BBC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722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3 / 5</a:t>
            </a:r>
          </a:p>
        </p:txBody>
      </p:sp>
    </p:spTree>
    <p:extLst>
      <p:ext uri="{BB962C8B-B14F-4D97-AF65-F5344CB8AC3E}">
        <p14:creationId xmlns:p14="http://schemas.microsoft.com/office/powerpoint/2010/main" val="11065495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871958-74FA-4529-BB23-C57DA207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OVERLAI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721A59-77E4-4CA5-B4C1-D9B66075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81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0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900" b="0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4 /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5CD607-E79C-45DF-AD5B-6323954B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74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A67463-7426-4CC8-940E-DB596A72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2563EB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在庫を使う意味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F38DED-1985-4FAB-AE18-6875167D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71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家の在庫で、答えが変わる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DCA13E-4FED-4960-8A74-DE5E8EA6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2882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御岳百草丸を同じ条件で撮影し、在庫へ追加する前後を比べました。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8A2E9C-B466-4AF0-81B0-B702C2EC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4857750" cy="240030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B9D0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FDF62C-03CC-455E-B5F0-B41E79FF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28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2563EB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在庫にない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D60146-43B6-42D3-9B07-51A38BFF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3852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御岳百草丸をスキャン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8B592F-8F4B-4F37-AFEC-F8797A904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005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2563EB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●  登録在庫との重複なし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1B3381-D660-4780-81D4-CD8D70D7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24375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125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手持ちに同じ商品や、同じ目的の胃腸薬が見つからない。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FC0097-A01C-4A38-A523-6D6C58871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638550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25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F05BE0-E02B-42CB-A705-2BD5BC3FD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095750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00" b="0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900" b="0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在庫へ追加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8233A8-3AD6-4F37-BDCC-C443BE91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00350"/>
            <a:ext cx="5238750" cy="240030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4DF"/>
          </a:solidFill>
          <a:ln xmlns:a="http://schemas.openxmlformats.org/drawingml/2006/main" w="9525">
            <a:solidFill>
              <a:srgbClr val="E7C27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00AEEF-7828-4E4F-9DA4-FBE14115A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B86400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B86400"/>
                </a:solidFill>
                <a:latin typeface="Yu Gothic"/>
                <a:ea typeface="Yu Gothic"/>
                <a:cs typeface="Yu Gothic"/>
              </a:rPr>
              <a:t>在庫にある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281478-354B-4E39-BCFC-524B00D0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438525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同じ御岳百草丸をスキャン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3BD252-7205-4A6B-8317-253A4306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00050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B86400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B86400"/>
                </a:solidFill>
                <a:latin typeface="Yu Gothic"/>
                <a:ea typeface="Yu Gothic"/>
                <a:cs typeface="Yu Gothic"/>
              </a:rPr>
              <a:t>●  家にあります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FFB002-8EE2-4B9D-AC14-3AD3B997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524375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125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同じ商品が家にあることを検出し、重複購入に気づける。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A16A20-E89C-44AE-89C2-B83AADE51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72746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6DDD0E-E0BD-4F89-9468-8B7579B7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57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商品は同じ。変えたのは、家の在庫だけです。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194339-64BB-4F73-BC10-8FBE4506D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F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82763E-6B54-46CE-AD42-0422863B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Overlai 作品概要書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BAC5F6-C30F-42F8-BCC0-E9FA4499D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722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4 / 5</a:t>
            </a:r>
          </a:p>
        </p:txBody>
      </p:sp>
    </p:spTree>
    <p:extLst>
      <p:ext uri="{BB962C8B-B14F-4D97-AF65-F5344CB8AC3E}">
        <p14:creationId xmlns:p14="http://schemas.microsoft.com/office/powerpoint/2010/main" val="2116756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F887ECB-8597-4E4B-A804-AE472833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OVERLAI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A5C6A9-89A0-4F8A-96C4-D7513BCF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81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0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900" b="0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5 /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AFFB78-A287-4800-9DC4-48E064B4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74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236755-9F0F-4AA3-B4EC-483EAB59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2563EB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仕組みと安全設計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5A1811-B3B6-4B92-9043-ED42DC15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71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AIに任せる範囲を絞り、安全性を支える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47B1E6-E339-4A72-A021-FC469FE1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2882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読めることと、安全に判断できることを分けて設計しました。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EA5CEF-BF05-4B24-8A5F-7453EAB95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86050"/>
            <a:ext cx="3371850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B9D0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AE43FB-21E4-4497-9101-BE6C42867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2563EB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STEP 1｜AIで読む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24F993-AE65-4841-B436-076F3366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成分表示を構造化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1BB6CD-2BB1-4E61-A0BD-76C35D935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1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050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商品名・成分・剤形を抽出し、利用者が確認してから判定へ進みます。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1C7358-13F2-4035-AACB-2D9C044D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190875"/>
            <a:ext cx="47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00" b="1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09980F-C88C-4840-BFF2-D4DF7152B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86050"/>
            <a:ext cx="3371850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1E34A0-0056-4CA8-A5F7-F98246A9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895600"/>
            <a:ext cx="2905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2563EB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STEP 2｜AIで関係を考える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572091-75D0-4213-8491-9823A45C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2861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家の在庫と照合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5592E2-3A9A-4243-9121-B25C8424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6766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1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050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重複や組み合わせを検討し、理由を文章で示します。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74027A-C72F-41B9-9171-E8031B6D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90875"/>
            <a:ext cx="47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00" b="1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7EB11C-0787-4ADD-88C7-98D2140A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686050"/>
            <a:ext cx="2819400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9DF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C3BC71-2C89-42DF-B94C-7C1D6125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95600"/>
            <a:ext cx="2333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ルールで固定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691DA7-5F77-4BE6-8E1D-CE77DB40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286125"/>
            <a:ext cx="233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順番・期限・安全上書き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BBBA10-DD32-4A26-9175-9D904740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76650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1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050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剤形や日付から決められる処理はAIに任せません。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B81434-99B1-4FE0-BFB0-E81A05DE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67225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172746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72746"/>
                </a:solidFill>
                <a:latin typeface="Yu Gothic"/>
                <a:ea typeface="Yu Gothic"/>
                <a:cs typeface="Yu Gothic"/>
              </a:rPr>
              <a:t>安全性を、AIへのお願いだけにしない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C27376-E93F-4819-A9F5-66F045247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14900"/>
            <a:ext cx="203835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592C42-1EB8-4ABC-AC44-B0E4FA32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6730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2563EB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出典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B26D39-DBB1-4C97-B1BC-F8D7541A1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43525"/>
            <a:ext cx="1733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900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900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薬の知識は出典つき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19F1E1-63F3-4A6F-A316-218A1ACE3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914900"/>
            <a:ext cx="203835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88689F-7F44-4AB3-B092-3D89104E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506730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2563EB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裏取り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C8FE9C-6898-4149-BEE4-523030B5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5343525"/>
            <a:ext cx="1733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900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900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成分を辿れない理由は除外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B0A358-5F86-4903-978D-8ACB81BE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914900"/>
            <a:ext cx="203835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FFF0EE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66F09D-AC5A-44C4-A6B8-8DDC8CC0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06730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D92D20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D92D20"/>
                </a:solidFill>
                <a:latin typeface="Yu Gothic"/>
                <a:ea typeface="Yu Gothic"/>
                <a:cs typeface="Yu Gothic"/>
              </a:rPr>
              <a:t>相談推奨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37E49E-3F48-4D17-A9B8-77CD6E1C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343525"/>
            <a:ext cx="1733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900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900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サーバー側で強制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FB0C58-7316-4992-AE17-123F4DCB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14900"/>
            <a:ext cx="203835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7D19B0-DA44-4A0A-9089-6151F87F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506730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2563EB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境界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3AFBD9F-32E3-460F-81DB-349E97833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5343525"/>
            <a:ext cx="1733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900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900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診断・治療判断はしない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28E2CD-657D-447F-BC70-0BFBF74B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914900"/>
            <a:ext cx="203835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7A9AC3-61B5-4CF2-8240-CBB6F5F6E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06730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2563EB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データ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11E018-963C-41F3-B1C9-81645F31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343525"/>
            <a:ext cx="1733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900" b="0">
                <a:solidFill>
                  <a:srgbClr val="526078"/>
                </a:solidFill>
                <a:latin typeface="Yu Gothic"/>
                <a:ea typeface="Yu Gothic"/>
                <a:cs typeface="Yu Gothic"/>
              </a:defRPr>
            </a:pPr>
            <a:r>
              <a:rPr sz="900" b="0">
                <a:solidFill>
                  <a:srgbClr val="526078"/>
                </a:solidFill>
                <a:latin typeface="Yu Gothic"/>
                <a:ea typeface="Yu Gothic"/>
                <a:cs typeface="Yu Gothic"/>
              </a:rPr>
              <a:t>在庫をサーバーに保存しない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2B0277D-E742-45C8-B3BD-4DE1E5C8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15025"/>
            <a:ext cx="110871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72746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9F255C3-42C8-4A6B-A10A-9C7FA30D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81700"/>
            <a:ext cx="1074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125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125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実商品 5点 × 9回の反復判定　｜　自動テスト 75件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A0C5B6-D6B4-4E8C-9DAF-C227A76B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F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2BFB0E-2632-4CBE-8B04-7016137D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Overlai 作品概要書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8B3EED0-2FA2-43FE-9981-B3AA14A7F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5722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defRPr>
            </a:pPr>
            <a:r>
              <a:rPr sz="675" b="0">
                <a:solidFill>
                  <a:srgbClr val="7B879B"/>
                </a:solidFill>
                <a:latin typeface="Yu Gothic"/>
                <a:ea typeface="Yu Gothic"/>
                <a:cs typeface="Yu Gothic"/>
              </a:rPr>
              <a:t>5 / 5</a:t>
            </a:r>
          </a:p>
        </p:txBody>
      </p:sp>
    </p:spTree>
    <p:extLst>
      <p:ext uri="{BB962C8B-B14F-4D97-AF65-F5344CB8AC3E}">
        <p14:creationId xmlns:p14="http://schemas.microsoft.com/office/powerpoint/2010/main" val="14420685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2026-09-10T12:49:29.6750000Z</dcterms:created>
  <dcterms:modified xsi:type="dcterms:W3CDTF">2026-09-10T12:49:29.6760000Z</dcterms:modified>
</coreProperties>
</file>